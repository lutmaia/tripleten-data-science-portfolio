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9AA1A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426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1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C404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762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Média histórica</c:v>
                  </c:pt>
                  <c:pt idx="1">
                    <c:v>Repetir a última medição</c:v>
                  </c:pt>
                  <c:pt idx="2">
                    <c:v>CatBoost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10.64</c:v>
                </c:pt>
                <c:pt idx="1">
                  <c:v>5.07</c:v>
                </c:pt>
                <c:pt idx="2">
                  <c:v>3.91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2426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C404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Piora</c:v>
                </c:pt>
              </c:strCache>
            </c:strRef>
          </c:tx>
          <c:spPr>
            <a:solidFill>
              <a:srgbClr val="E8762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426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Penúltima temperatura</c:v>
                  </c:pt>
                  <c:pt idx="1">
                    <c:v>Média das temperaturas</c:v>
                  </c:pt>
                  <c:pt idx="2">
                    <c:v>Máxima das temperaturas</c:v>
                  </c:pt>
                  <c:pt idx="3">
                    <c:v>Mínima das temperaturas</c:v>
                  </c:pt>
                  <c:pt idx="4">
                    <c:v>Potência média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6.637</c:v>
                </c:pt>
                <c:pt idx="1">
                  <c:v>0.313</c:v>
                </c:pt>
                <c:pt idx="2">
                  <c:v>0.134</c:v>
                </c:pt>
                <c:pt idx="3">
                  <c:v>0.129</c:v>
                </c:pt>
                <c:pt idx="4">
                  <c:v>0.118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2426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3C404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projeto responde a uma pergunta operacional: o forno-panela aplica mais aquecimento do que precisa, e queremos saber quanto dessa sobra é dispensável.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aço líquido é refinado em uma panela de cem toneladas, em ciclos de aquecer, adicionar liga e medir, repetidos até acertar a especificação. Cada ciclo consome energia, desgasta eletrodo e ocupa a panela. É esse ciclo extra, aplicado por precaução, que o projeto quer reduzir.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Reduzir o erro em relação à média histórica qualquer modelo consegue, então essa comparação não prova nada. A referência exigente é a melhor alternativa que dispensa modelo. Não sabemos qual regra a operação aplica hoje; sabemos apenas que aquece com margem.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há registro do tipo de aço nem da temperatura-alvo por lote, então parte da variação que o modelo não explica pode ser diferença de produto e não ruído do processo. O período de 94 dias também não permite avaliar sazonalidade.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esse corte o resultado ficaria melhor no papel e pior na planta, porque o modelo estaria usando energia que ainda não foi aplicada. O slide seguinte sobre o custo do rigor mostra exatamente quanto essa disciplina custou em desempenho.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uma ressalva sobre o R². A alternativa sem modelo já alcança 0,81 sozinha, praticamente a meta de 0,80, porque a temperatura anterior explica quase toda a variação do alvo. O R² serve como verificação de sanidade, mas o critério que separa um modelo útil de um inútil aqui é o erro medido contra essa alternativa.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Olhando só o erro de teste, 3,97 contra 3,91, os dois pareceriam empatados. O critério de generalização foi fixado no plano de trabalho antes de qualquer resultado existir, o que evita a escolha conveniente depois do fato.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validação cruzada em cinco partições foi feita dentro do conjunto de treino. O conjunto de teste ficou reservado desde o início e foi usado uma única vez, na avaliação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versões da base foram construídas de propósito para medir esse número. Se o modelo dependesse de informação futura, a diferença aqui seria grande, e nesse caso o desempenho reportado não se reproduziria na operação.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atributos que aparecem depois da penúltima temperatura descrevem a trajetória térmica do lote e o regime de aquecimento, todos com relação física plausível com o alvo. Nenhuma variável sem sentido aparece no topo, o que indica que a base foi construída corretamente.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36 segundos por lote, o que parece pouco isoladamente. No ritmo observado de 26 lotes por dia, vira 95 horas por ano. A relação de 31 segundos por grau saiu de regressão sobre os próprios lotes, não de premissa trazida de fora.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piloto assistido permite medir a economia real antes de comprometer a operação. O alerta nas faixas extremas vem do erro em formato de U, e o retreinamento periódico vem do viés de 0,74 grau observado ao aplicar o modelo em período posterior ao de treino.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cenário alternativo não é hipótese solta: ele foi dimensionado no plano de trabalho, com meta própria de 8,0 graus, e a base de atributos necessária já está descrita. Se a resposta vier diferente, a Etapa 2 pode ser refeita sem começar do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762B"/>
          </a:solidFill>
          <a:ln w="12700">
            <a:solidFill>
              <a:srgbClr val="E87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0" y="2377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 ·  RELATÓRIO DA SOLUÇÃO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6974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F1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Steelproof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7490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de aquecimento a planta pode deixar de aplicar, e com que margem de erro.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8961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operador aquece com margem porque não sabe onde a temperatura vai parar.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3434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margem entra em todos os lotes, inclusive nos que não precisavam. Cada grau a mais consome energia elétrica, desgasta eletrodo de grafite e prolonga a ocupação da panela.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RÉGUA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E87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5,07 °C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F2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quanto erra a alternativa mais simples sem modelo: supor que a temperatura final será igual à última medida.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0916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cabe em uma frase, usa só o que o operador já tem na mão e supera em muito a média histórica, que erra 10,64 °C. Qualquer modelo que não a supere não justifica existir. A meta do projeto foi fixada em 4,5 °C por causa dela.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 fontes de qualidade boa, com três defeitos que exigiam decisão.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331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recebemos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9748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arquivos de sistemas distintos da planta, ligados pelo número do lote. Aquecimento e temperatura vêm por evento; material e gás vêm por lote. Nenhuma linha duplicada em nenhum arquivo.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registros cobrem 94 dias, de maio a agosto de 2019.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80760" y="2377440"/>
            <a:ext cx="0" cy="3291840"/>
          </a:xfrm>
          <a:prstGeom prst="line">
            <a:avLst/>
          </a:prstGeom>
          <a:noFill/>
          <a:ln w="12700">
            <a:solidFill>
              <a:srgbClr val="DDDB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2331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tratamos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69748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18,2% das medições de temperatura sem leitura gravada. Removidas, nunca preenchidas, por serem o alvo.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leituras abaixo do ponto em que o aço solidifica. Sonda com defeito. Removida a leitura, preservado o lote.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740 lotes com uma única medição, o que entregaria a resposta ao modelo. Ficaram fora.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6235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i="1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Restaram 2.471 lotes e 37 atributos construídos por lote. Duas lacunas permanecem: o gás tem só volume total, sem horário, e os materiais são anônimos, o que impede separar efeito químico de marcador de tipo de aço.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F2F1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entra no modelo o que existe no momento da decisão.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37744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variáveis de aquecimento são somas sobre o lote inteiro e só ficam completas quando o tratamento acaba. Usá-las para prever antes do último aquecimento é prever o placar com o jogo terminado.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Definimos o instante da decisão como a penúltima medição de temperatura e cortamos tudo ali: aquecimentos encerrados, materiais já adicionados, temperaturas já medidas.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822960" cy="45720"/>
          </a:xfrm>
          <a:prstGeom prst="rect">
            <a:avLst/>
          </a:prstGeom>
          <a:solidFill>
            <a:srgbClr val="E8762B"/>
          </a:solidFill>
          <a:ln w="12700">
            <a:solidFill>
              <a:srgbClr val="E876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200" b="1" dirty="0">
                <a:solidFill>
                  <a:srgbClr val="F2F1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operador não conhece naquele momento, o modelo também não conhece.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erra 3,91 °C. A melhor alternativa sem modelo erra 5,07.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2286000"/>
          <a:ext cx="6949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38160" y="2468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7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22,9%</a:t>
            </a:r>
            <a:endParaRPr lang="en-US" sz="56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3429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abaixo dessa alternativa, em 618 lotes de teste que o modelo nunca viu, de julho e agosto.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4937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médio absoluto, em °C. Quanto menor, melhor.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DO MODELO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igual não é modelo igual.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B3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03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diferença entre o erro no treino e no teste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2,29 °C   ·   Teste 3,97 °C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6634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Acerta muito mais os lotes que já viu do que os novos. Decorou o treino. O limite definido no plano era 15%.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560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4E8C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7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703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diferença entre o erro no treino e no teste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3,52 °C   ·   Teste 3,91 °C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46634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 parecido nos dois conjuntos. Aprendeu o padrão em vez de decorar, e por isso foi o escolhido.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2194560"/>
            <a:ext cx="0" cy="3474720"/>
          </a:xfrm>
          <a:prstGeom prst="line">
            <a:avLst/>
          </a:prstGeom>
          <a:noFill/>
          <a:ln w="12700">
            <a:solidFill>
              <a:srgbClr val="DDDBD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TÉCNICA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algoritmos testados, um escolhido.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48840"/>
          <a:ext cx="6858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28016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Otimizado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4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Linear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1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otimizado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Piso de referência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AA1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otimizado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Instável no tempo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C40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Reprovado na generalização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7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7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7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7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Escolhido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44348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na validação cruzada temporal, dentro do treino. Sob validação embaralhada o LightGBM lidera; sob a temporal ele cai e sua variação entre partições dobra. Treino de maio a 8 de julho, teste até 6 de agosto.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349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4E8C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metas do plano foram atingidas: MAE abaixo de 4,50 °C, R² acima de 0,80 e diferença entre treino e teste abaixo de 15%.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046720" y="2148840"/>
            <a:ext cx="3383280" cy="3383280"/>
          </a:xfrm>
          <a:prstGeom prst="roundRect">
            <a:avLst>
              <a:gd name="adj" fmla="val 1622"/>
            </a:avLst>
          </a:prstGeom>
          <a:solidFill>
            <a:srgbClr val="24262B"/>
          </a:solidFill>
          <a:ln w="12700">
            <a:solidFill>
              <a:srgbClr val="2426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21040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1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CatBoost Regressor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31546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5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aprendizado 0,02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iterações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Regularização L2 igual a 3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4343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F2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  3,91 °C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F2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 5,40 °C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F2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   0,880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RIGOR CUSTOU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E87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0,36 °C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F2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diferença entre o modelo com apenas informação disponível na decisão e o mesmo modelo com informação do lote inteiro.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091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recorte, o relatório mostraria 3,55 °C em vez de 3,91. O número seria melhor e falso, porque viria de saber quanto aquecimento ainda estava por vir. A diferença pequena diz que o desempenho não depende de informação futura.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MODELO APRENDEU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corrige a última leitura. Essa correção vale 1,16 °C.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2286000"/>
          <a:ext cx="6949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38160" y="237744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a última leitura sem modelo erra 5,07 °C. Com o modelo, 3,91. A correção aprendida vale 1,16 °C.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não adivinha a temperatura do zero: ele ajusta a medição mais recente. Isso define a ferramenta e o que ela exige para funcionar.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o erro piora ao embaralhar cada atributo, em °C.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E87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 h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F2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arco elétrico que a planta deixaria de aplicar por ano.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9144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conta: 1,16 °C de margem dispensável por lote, a 31 segundos de arco por grau estimados nos próprios dados, em 9.600 lotes por ano. Menos energia comprada, menos eletrodo consumido, panela livre mais cedo.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AA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em reais é da área de custos, que tem o preço da energia e do eletrodo. O que entregamos é a base física.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24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Piloto assistido, não automação.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6766560" cy="3017520"/>
          </a:xfrm>
          <a:prstGeom prst="roundRect">
            <a:avLst>
              <a:gd name="adj" fmla="val 1818"/>
            </a:avLst>
          </a:prstGeom>
          <a:solidFill>
            <a:srgbClr val="F2F1EF"/>
          </a:solidFill>
          <a:ln w="12700">
            <a:solidFill>
              <a:srgbClr val="F2F1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377440"/>
            <a:ext cx="6126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Exibir a previsão ao operador sem decidir por ele, e medir a economia real por algumas semanas antes de expandir.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Sinalizar baixa confiança nos lotes muito frios ou muito quentes: o erro ali sobe para 4,8 e 5,1 °C, contra 2,9 nas faixas centrais.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Retreinar periodicamente. O modelo prevê 0,74 °C acima do real porque o processo esfriou entre o período de treino e o de teste.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lacunas de dado para fechar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26060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C4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o horário da purga de gás e o tipo de aço de cada lote. São as duas informações ausentes com maior potencial de melhorar a previsão.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EM ABERTO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2F1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aqui assume que a previsão acontece entre iterações. Se for antes do primeiro aquecimento, a base e a meta mudam.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Steelproof - Relatorio da Solucao</dc:title>
  <dc:subject>PptxGenJS Presentation</dc:subject>
  <dc:creator>Lucas</dc:creator>
  <cp:lastModifiedBy>Lucas</cp:lastModifiedBy>
  <cp:revision>1</cp:revision>
  <dcterms:created xsi:type="dcterms:W3CDTF">2026-09-07T21:37:12Z</dcterms:created>
  <dcterms:modified xsi:type="dcterms:W3CDTF">2026-09-07T21:37:12Z</dcterms:modified>
</cp:coreProperties>
</file>